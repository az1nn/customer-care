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Desenvolvimento Assistido por IA: A Era do Spec-Driven Development (SDD).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Do "Vibe Coding" à Engenharia de Software com Agentes.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Fim do "Vibe Coding"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Problema: Prompts vagos levam à "amnésia da IA" e alucinações.</a:t>
            </a:r>
          </a:p>
          <a:p>
            <a:pPr>
              <a:defRPr sz="2000"/>
            </a:pPr>
            <a:r>
              <a:t>Consequência: Código funcional, mas desalinhado com os requisitos do sistema.</a:t>
            </a:r>
          </a:p>
          <a:p>
            <a:pPr>
              <a:defRPr sz="2000"/>
            </a:pPr>
            <a:r>
              <a:t>Solução: Tratar a especificação como a "fonte da verdade" e o código como um subproduto.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Spec-Driven Development (SDD)?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Conceito: Inverter o fluxo tradicional: primeiro o contrato, depois a implementação.</a:t>
            </a:r>
          </a:p>
          <a:p>
            <a:pPr>
              <a:defRPr sz="2000"/>
            </a:pPr>
            <a:r>
              <a:t>Níveis de Rigor: Spec-First.</a:t>
            </a:r>
          </a:p>
          <a:p>
            <a:pPr>
              <a:defRPr sz="2000"/>
            </a:pPr>
            <a:r>
              <a:t>Níveis de Rigor: Spec-Anchored.</a:t>
            </a:r>
          </a:p>
          <a:p>
            <a:pPr>
              <a:defRPr sz="2000"/>
            </a:pPr>
            <a:r>
              <a:t>Níveis de Rigor: Spec-as-Source.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Fluxo de Trabalho RPI (Research, Plan, Implement)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Research: Agentes pesquisam a base de código e requisitos.</a:t>
            </a:r>
          </a:p>
          <a:p>
            <a:pPr>
              <a:defRPr sz="2000"/>
            </a:pPr>
            <a:r>
              <a:t>Plan: Criação de artefatos estruturados (spec.md e plan.md).</a:t>
            </a:r>
          </a:p>
          <a:p>
            <a:pPr>
              <a:defRPr sz="2000"/>
            </a:pPr>
            <a:r>
              <a:t>Implement: Implementação atômica via tasks.md para evitar alucinações.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"Constituição"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Definição: Contrato imutável de princípios de segurança e arquitetura.</a:t>
            </a:r>
          </a:p>
          <a:p>
            <a:pPr>
              <a:defRPr sz="2000"/>
            </a:pPr>
            <a:r>
              <a:t>Benefícios: Redução de até 73% em defeitos de segurança (CWE/MITRE).</a:t>
            </a:r>
          </a:p>
          <a:p>
            <a:pPr>
              <a:defRPr sz="2000"/>
            </a:pPr>
            <a:r>
              <a:t>Exemplo: Regras obrigatórias (MUST) para tratamento de dados sensíveis.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Coração do Plano: plan.md e Contratos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Arquitetura: Definição da stack (Next.js/Vite) e padrões de pastas.</a:t>
            </a:r>
          </a:p>
          <a:p>
            <a:pPr>
              <a:defRPr sz="2000"/>
            </a:pPr>
            <a:r>
              <a:t>Contratos de API: Uso de TypeScript/Zod para definir inputs e outputs inequívocos.</a:t>
            </a:r>
          </a:p>
          <a:p>
            <a:pPr>
              <a:defRPr sz="2000"/>
            </a:pPr>
            <a:r>
              <a:t>Padrão: Elimina o "integration hell" entre Front-end e Back-end.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Validação e Testes no SDD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BDD/Gherkin: Escrever cenários (Dado/Quando/Então) como "super-prompts".</a:t>
            </a:r>
          </a:p>
          <a:p>
            <a:pPr>
              <a:defRPr sz="2000"/>
            </a:pPr>
            <a:r>
              <a:t>Manutenção: Integração em CI/CD; se o código diverge da especificação, o build falha.</a:t>
            </a:r>
          </a:p>
          <a:p>
            <a:pPr>
              <a:defRPr sz="2000"/>
            </a:pPr>
            <a:r>
              <a:t>Regeneração: Se a lógica muda, altera-se a spec e regenera-se o código.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Ferramentas Recomendadas (2026)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IDEs: AWS Kiro e Cursor (Plan Mode).</a:t>
            </a:r>
          </a:p>
          <a:p>
            <a:pPr>
              <a:defRPr sz="2000"/>
            </a:pPr>
            <a:r>
              <a:t>Toolkits: GitHub Spec Kit (CLI robusto).</a:t>
            </a:r>
          </a:p>
          <a:p>
            <a:pPr>
              <a:defRPr sz="2000"/>
            </a:pPr>
            <a:r>
              <a:t>Orquestradores: BMAD-METHOD e OpenCode (AGENTS.md).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 e 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 desenvolvedor deixa de ser um "escritor de código" para ser um orquestrador de intenções.</a:t>
            </a:r>
          </a:p>
          <a:p>
            <a:pPr>
              <a:defRPr sz="2000"/>
            </a:pPr>
            <a:r>
              <a:t>Qualidade da especificação = Qualidade do software final.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